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138" y="3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94CF29-B098-4279-9A3D-07B6884F372D}" type="datetimeFigureOut">
              <a:rPr lang="zh-TW" altLang="en-US" smtClean="0"/>
              <a:t>2025/12/29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8DF1C-4A49-45CB-A480-1216772007B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079132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94CF29-B098-4279-9A3D-07B6884F372D}" type="datetimeFigureOut">
              <a:rPr lang="zh-TW" altLang="en-US" smtClean="0"/>
              <a:t>2025/12/29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8DF1C-4A49-45CB-A480-1216772007B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439150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94CF29-B098-4279-9A3D-07B6884F372D}" type="datetimeFigureOut">
              <a:rPr lang="zh-TW" altLang="en-US" smtClean="0"/>
              <a:t>2025/12/29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8DF1C-4A49-45CB-A480-1216772007B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704677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94CF29-B098-4279-9A3D-07B6884F372D}" type="datetimeFigureOut">
              <a:rPr lang="zh-TW" altLang="en-US" smtClean="0"/>
              <a:t>2025/12/29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8DF1C-4A49-45CB-A480-1216772007B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786190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94CF29-B098-4279-9A3D-07B6884F372D}" type="datetimeFigureOut">
              <a:rPr lang="zh-TW" altLang="en-US" smtClean="0"/>
              <a:t>2025/12/29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8DF1C-4A49-45CB-A480-1216772007B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040413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94CF29-B098-4279-9A3D-07B6884F372D}" type="datetimeFigureOut">
              <a:rPr lang="zh-TW" altLang="en-US" smtClean="0"/>
              <a:t>2025/12/29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8DF1C-4A49-45CB-A480-1216772007B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090379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94CF29-B098-4279-9A3D-07B6884F372D}" type="datetimeFigureOut">
              <a:rPr lang="zh-TW" altLang="en-US" smtClean="0"/>
              <a:t>2025/12/29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8DF1C-4A49-45CB-A480-1216772007B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621511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94CF29-B098-4279-9A3D-07B6884F372D}" type="datetimeFigureOut">
              <a:rPr lang="zh-TW" altLang="en-US" smtClean="0"/>
              <a:t>2025/12/29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8DF1C-4A49-45CB-A480-1216772007B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008380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94CF29-B098-4279-9A3D-07B6884F372D}" type="datetimeFigureOut">
              <a:rPr lang="zh-TW" altLang="en-US" smtClean="0"/>
              <a:t>2025/12/29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8DF1C-4A49-45CB-A480-1216772007B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123688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94CF29-B098-4279-9A3D-07B6884F372D}" type="datetimeFigureOut">
              <a:rPr lang="zh-TW" altLang="en-US" smtClean="0"/>
              <a:t>2025/12/29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8DF1C-4A49-45CB-A480-1216772007B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959961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94CF29-B098-4279-9A3D-07B6884F372D}" type="datetimeFigureOut">
              <a:rPr lang="zh-TW" altLang="en-US" smtClean="0"/>
              <a:t>2025/12/29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8DF1C-4A49-45CB-A480-1216772007B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194226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94CF29-B098-4279-9A3D-07B6884F372D}" type="datetimeFigureOut">
              <a:rPr lang="zh-TW" altLang="en-US" smtClean="0"/>
              <a:t>2025/12/29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F8DF1C-4A49-45CB-A480-1216772007B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647068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tlpg.hsiliu.org.tw/plant/view/430" TargetMode="External"/><Relationship Id="rId2" Type="http://schemas.openxmlformats.org/officeDocument/2006/relationships/hyperlink" Target="https://tlpg.hsiliu.org.tw/plant/view/565" TargetMode="Externa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jpeg"/><Relationship Id="rId4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8604312"/>
              </p:ext>
            </p:extLst>
          </p:nvPr>
        </p:nvGraphicFramePr>
        <p:xfrm>
          <a:off x="357446" y="199850"/>
          <a:ext cx="11585606" cy="64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1860">
                  <a:extLst>
                    <a:ext uri="{9D8B030D-6E8A-4147-A177-3AD203B41FA5}">
                      <a16:colId xmlns:a16="http://schemas.microsoft.com/office/drawing/2014/main" val="1497203374"/>
                    </a:ext>
                  </a:extLst>
                </a:gridCol>
                <a:gridCol w="4247503">
                  <a:extLst>
                    <a:ext uri="{9D8B030D-6E8A-4147-A177-3AD203B41FA5}">
                      <a16:colId xmlns:a16="http://schemas.microsoft.com/office/drawing/2014/main" val="1073169280"/>
                    </a:ext>
                  </a:extLst>
                </a:gridCol>
                <a:gridCol w="2448352">
                  <a:extLst>
                    <a:ext uri="{9D8B030D-6E8A-4147-A177-3AD203B41FA5}">
                      <a16:colId xmlns:a16="http://schemas.microsoft.com/office/drawing/2014/main" val="4099935937"/>
                    </a:ext>
                  </a:extLst>
                </a:gridCol>
                <a:gridCol w="2867891">
                  <a:extLst>
                    <a:ext uri="{9D8B030D-6E8A-4147-A177-3AD203B41FA5}">
                      <a16:colId xmlns:a16="http://schemas.microsoft.com/office/drawing/2014/main" val="1620045943"/>
                    </a:ext>
                  </a:extLst>
                </a:gridCol>
              </a:tblGrid>
              <a:tr h="54000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800" dirty="0" smtClean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物種</a:t>
                      </a:r>
                      <a:endParaRPr lang="zh-TW" altLang="en-US" sz="2800" dirty="0">
                        <a:solidFill>
                          <a:schemeClr val="tx1"/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800" dirty="0" smtClean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介紹</a:t>
                      </a:r>
                      <a:endParaRPr lang="zh-TW" altLang="en-US" sz="2800" dirty="0">
                        <a:solidFill>
                          <a:schemeClr val="tx1"/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800" dirty="0" smtClean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圖片</a:t>
                      </a:r>
                      <a:endParaRPr lang="zh-TW" altLang="en-US" sz="2800" dirty="0">
                        <a:solidFill>
                          <a:schemeClr val="tx1"/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800" dirty="0" smtClean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資料來源</a:t>
                      </a:r>
                      <a:endParaRPr lang="zh-TW" altLang="en-US" sz="2800" dirty="0">
                        <a:solidFill>
                          <a:schemeClr val="tx1"/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6421688"/>
                  </a:ext>
                </a:extLst>
              </a:tr>
              <a:tr h="270000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40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一串紅</a:t>
                      </a:r>
                      <a:endParaRPr lang="zh-TW" altLang="en-US" sz="24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60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鼠尾草屬多年生草本或半灌木，園藝栽培多作為一年生植物使用，原產巴西。莖直立，株高</a:t>
                      </a:r>
                      <a:r>
                        <a:rPr lang="en-US" altLang="zh-TW" sz="160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30~100cm</a:t>
                      </a:r>
                      <a:r>
                        <a:rPr lang="zh-TW" altLang="en-US" sz="160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。對生卵圓形葉，長</a:t>
                      </a:r>
                      <a:r>
                        <a:rPr lang="en-US" altLang="zh-TW" sz="160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5~7cm</a:t>
                      </a:r>
                      <a:r>
                        <a:rPr lang="zh-TW" altLang="en-US" sz="160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、寬</a:t>
                      </a:r>
                      <a:r>
                        <a:rPr lang="en-US" altLang="zh-TW" sz="160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3~5cm</a:t>
                      </a:r>
                      <a:r>
                        <a:rPr lang="zh-TW" altLang="en-US" sz="160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，葉緣有鋸齒。輪繖花序自莖端伸出，萼筒紅色或紫、橘、白、粉紅、淺紫等色。脣形花與萼筒同色，亦有不同顏色的品種。花長</a:t>
                      </a:r>
                      <a:r>
                        <a:rPr lang="en-US" altLang="zh-TW" sz="160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2~3cm</a:t>
                      </a:r>
                      <a:r>
                        <a:rPr lang="zh-TW" altLang="en-US" sz="160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，花凋謝後萼筒仍存在一段時間的觀賞性。開花期秋至春季。</a:t>
                      </a:r>
                      <a:endParaRPr lang="zh-TW" altLang="en-US" sz="16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 smtClean="0"/>
                        <a:t>台灣景觀植物介紹</a:t>
                      </a:r>
                      <a:endParaRPr lang="en-US" altLang="zh-TW" dirty="0" smtClean="0"/>
                    </a:p>
                    <a:p>
                      <a:pPr algn="ctr"/>
                      <a:r>
                        <a:rPr lang="en-US" altLang="zh-TW" dirty="0" smtClean="0">
                          <a:hlinkClick r:id="rId2"/>
                        </a:rPr>
                        <a:t>https://tlpg.hsiliu.org.tw/plant/view/565</a:t>
                      </a:r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07711333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800" dirty="0" smtClean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物種</a:t>
                      </a:r>
                      <a:endParaRPr lang="zh-TW" altLang="en-US" sz="2800" dirty="0">
                        <a:solidFill>
                          <a:schemeClr val="tx1"/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800" dirty="0" smtClean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介紹</a:t>
                      </a:r>
                      <a:endParaRPr lang="zh-TW" altLang="en-US" sz="2800" dirty="0">
                        <a:solidFill>
                          <a:schemeClr val="tx1"/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800" dirty="0" smtClean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圖片</a:t>
                      </a:r>
                      <a:endParaRPr lang="zh-TW" altLang="en-US" sz="2800" dirty="0">
                        <a:solidFill>
                          <a:schemeClr val="tx1"/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800" dirty="0" smtClean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資料來源</a:t>
                      </a:r>
                      <a:endParaRPr lang="zh-TW" altLang="en-US" sz="2800" dirty="0">
                        <a:solidFill>
                          <a:schemeClr val="tx1"/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8817135"/>
                  </a:ext>
                </a:extLst>
              </a:tr>
              <a:tr h="270000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40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九重葛</a:t>
                      </a:r>
                      <a:endParaRPr lang="zh-TW" altLang="en-US" sz="24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60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九重葛屬常綠木質藤本，原產南美洲，園藝栽培是九重葛屬植物雜交或變異的園藝品種。以長伸且有刺的枝攀掛支持物上攀爬或下垂生長，蔓長可超過</a:t>
                      </a:r>
                      <a:r>
                        <a:rPr lang="en-US" altLang="zh-TW" sz="160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15m</a:t>
                      </a:r>
                      <a:r>
                        <a:rPr lang="zh-TW" altLang="en-US" sz="160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。互生卵形至橢圓狀披針形葉，長</a:t>
                      </a:r>
                      <a:r>
                        <a:rPr lang="en-US" altLang="zh-TW" sz="160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5~13cm</a:t>
                      </a:r>
                      <a:r>
                        <a:rPr lang="zh-TW" altLang="en-US" sz="160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，寬</a:t>
                      </a:r>
                      <a:r>
                        <a:rPr lang="en-US" altLang="zh-TW" sz="160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3~6cm</a:t>
                      </a:r>
                      <a:r>
                        <a:rPr lang="zh-TW" altLang="en-US" sz="160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。花</a:t>
                      </a:r>
                      <a:r>
                        <a:rPr lang="en-US" altLang="zh-TW" sz="160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3</a:t>
                      </a:r>
                      <a:r>
                        <a:rPr lang="zh-TW" altLang="en-US" sz="160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朵簇生於葉腋的小枝端，</a:t>
                      </a:r>
                      <a:r>
                        <a:rPr lang="en-US" altLang="zh-TW" sz="160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3</a:t>
                      </a:r>
                      <a:r>
                        <a:rPr lang="zh-TW" altLang="en-US" sz="160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枚葉狀苞片，白、紅、紫、黃、橙等色彩。喇叭形花綠或白色，花冠多裂，開花期全年。園藝栽培罕見結果。</a:t>
                      </a:r>
                      <a:endParaRPr lang="zh-TW" altLang="en-US" sz="16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 smtClean="0"/>
                        <a:t>台灣景觀植物介紹</a:t>
                      </a:r>
                      <a:endParaRPr lang="en-US" altLang="zh-TW" dirty="0" smtClean="0"/>
                    </a:p>
                    <a:p>
                      <a:pPr algn="ctr"/>
                      <a:r>
                        <a:rPr lang="en-US" altLang="zh-TW" dirty="0" smtClean="0">
                          <a:hlinkClick r:id="rId3"/>
                        </a:rPr>
                        <a:t>https://tlpg.hsiliu.org.tw/plant/view/430</a:t>
                      </a:r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16539888"/>
                  </a:ext>
                </a:extLst>
              </a:tr>
            </a:tbl>
          </a:graphicData>
        </a:graphic>
      </p:graphicFrame>
      <p:pic>
        <p:nvPicPr>
          <p:cNvPr id="6" name="圖片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3829" y="1334277"/>
            <a:ext cx="2285860" cy="1516287"/>
          </a:xfrm>
          <a:prstGeom prst="rect">
            <a:avLst/>
          </a:prstGeom>
        </p:spPr>
      </p:pic>
      <p:pic>
        <p:nvPicPr>
          <p:cNvPr id="7" name="圖片 6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3829" y="4641917"/>
            <a:ext cx="2286000" cy="1516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59139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93</TotalTime>
  <Words>249</Words>
  <Application>Microsoft Office PowerPoint</Application>
  <PresentationFormat>寬螢幕</PresentationFormat>
  <Paragraphs>16</Paragraphs>
  <Slides>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7" baseType="lpstr">
      <vt:lpstr>新細明體</vt:lpstr>
      <vt:lpstr>標楷體</vt:lpstr>
      <vt:lpstr>Arial</vt:lpstr>
      <vt:lpstr>Calibri</vt:lpstr>
      <vt:lpstr>Calibri Light</vt:lpstr>
      <vt:lpstr>Office 佈景主題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張俊男</dc:creator>
  <cp:lastModifiedBy>張俊男</cp:lastModifiedBy>
  <cp:revision>3</cp:revision>
  <dcterms:created xsi:type="dcterms:W3CDTF">2025-12-29T05:49:56Z</dcterms:created>
  <dcterms:modified xsi:type="dcterms:W3CDTF">2025-12-29T07:22:59Z</dcterms:modified>
</cp:coreProperties>
</file>